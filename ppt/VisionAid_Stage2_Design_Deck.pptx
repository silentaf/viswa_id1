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[add before submission]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before submission]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4873" y="1371600"/>
            <a:ext cx="3795534" cy="4663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(branches, poles, signs, truck bodies) and drop-offs (open drains, kerbs, steps) are what it misses. In a survey of 307 blind / legally blind travellers, 13 % hit their head at least once a month and 7 % fell at least once a month; 23 % of head-level accidents needed medical care, and cane vs guide-dog users did not differ (cited: Manduchi &amp; Kurniawan, 2011; US-based sample).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US$4,250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214 ns over 4 events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warned: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 m before the step (calculated from CAD angles); alert 22 ms after (simulated)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speech audio ready: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ms (measured on laptop, not Pi 5; excludes capture + playback)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built yet - simulated = our Verilog testbench; measured = our Pi software run on the dev laptop; Pi 5 and field numbers come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max 214 ns (4 events)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 logic simulated: 1500 → 1499 mm (sensor error: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1.86 m (−35° from 1.3 m); alert 22 ms (sim.)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 + IMU tilt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Laptop: detect 28 ms, e2e 211 ms, OCR 1.2-1.4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Calc. (cited Pi 5 W): 4.3 h if AI busy ~50 % (assumed); 3.1 h if 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(4 × Cortex-A76, 2.4 GHz) instead of the Stage 1 PYNQ-Z2 (2 × Cortex-A9, 650 MHz) for detection + OCR;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1346"/>
            <a:ext cx="4754880" cy="40637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409" y="1005840"/>
            <a:ext cx="1897942" cy="2194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871" y="3520440"/>
            <a:ext cx="1269017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the model; shell sketch fully constrained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Tang Nano 3D model showed a 182 mm³ clash with the lid (171 mm³ of it the 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worst FoS 8.7 (every run ≥ 8.6); max deflection 0.064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(≤ 3 % spread, 3 meshes);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Electronics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 · in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3,358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the Pi 5 board: ₹19,445.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4 GB on 9 Oct: ₹12,600-14,500, out of stock → ₹2,045-3,945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must be ≤ ₹10,555 to fit; else re-quote or cover the gap from team funds.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(calculated, cited Pi 5 W)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5: ≈ 3.0 W idle, ≈ 8.8 W full load (published); rest 1.34 W (est.)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always on: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W → 3.1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Event-triggered, ~50 % (assumed):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W → 4.3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W → 7.2 h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2. Quotes are live listings checked 9 Oct 2026; Pi 5, Tang Nano 9K and TF-Luna were out of stock that day - re-quote and order early.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 &amp; Implementation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REAL P&amp;R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195"/>
            <a:ext cx="6858000" cy="31432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Plotted event: 136 ns from echo edge to motor ON (motor rises on the same clock as the zone change). The testbench monitor samples 2 clocks later, so its 214 ns is a conservative upper bound.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 / 2499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ns wave; ≤ 214 ns bound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to Pi (Verilog / Py)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/ 192 decoded, 0 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29000"/>
          <a:ext cx="4325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91640"/>
                <a:gridCol w="167335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MHz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GW1NR-9 nextpnr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Zynq-7020 Vivado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1,512 / 8,640 (17 %)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653 / 53,200 (1.2 %)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 / 6,480 (8 %)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 / 106,400 (0.55 %)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 / DSP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914 ALU (14 %)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DSP (0.45 %)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(OOC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Fmax 67.9 MHz,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WNS +30.2 ns,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452360" y="548640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results (GW1NR-9 bitstream built; Vivado out-of-context). No hardware yet.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FPGA accepted a command built by our Python Pi code, and the Python decoder read every byte the FPGA sent - both sides of the link agree.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(Raspberry Pi software) - Proof of Concept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LAPTOP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ai_path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72179"/>
            <a:ext cx="11365992" cy="3267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34340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348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(same code for the Pi 5)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YOLOv5n (ONNX) → hazard + side; RapidOCR; Piper TTS English + Hindi; alert manager; IMU floor baseline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Event-triggered: AI runs only when the FPGA sees an obstacle &lt; 3 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605272" cy="1371600"/>
          </a:xfrm>
          <a:prstGeom prst="roundRect">
            <a:avLst>
              <a:gd name="adj" fmla="val 400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443484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Full-loop replay (FPGA sim bytes → speech)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 down ahead. Stop."  ·  "Check device: head sensor."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"person, left, 1.6 metres" - WAV files in design/pi/results/replay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measured on an i7 laptop (4 threads), NOT on a Pi 5; 211 ms excludes camera capture and audio playback. Accuracy is hardware-independent (COCO: 200 images vs human labels; OCR: 64 synthetic labels). Pi 5 timing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- Pothole Detector (fine-tuned)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· HELD-OUT TEST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thole_test_p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960120"/>
            <a:ext cx="4553712" cy="45537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model on 16 held-out test images (boxes = its predictions, number = confidence)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960120"/>
          <a:ext cx="6519672" cy="914400"/>
        </p:xfrm>
        <a:graphic>
          <a:graphicData uri="http://schemas.openxmlformats.org/drawingml/2006/table">
            <a:tbl>
              <a:tblPr/>
              <a:tblGrid>
                <a:gridCol w="4416552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test split (100 images, 269 potholes)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 / mAP50-95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 / 0.15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Speed, laptop CPU, 4 threads (not Pi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ms /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fine-tuning (COCO model)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pothole class at 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257800" y="3063240"/>
            <a:ext cx="3172968" cy="2560320"/>
          </a:xfrm>
          <a:prstGeom prst="roundRect">
            <a:avLst>
              <a:gd name="adj" fmla="val 214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94960" y="3154680"/>
            <a:ext cx="2898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YOLO11n, COCO-pretrained start, 100 epochs, RTX 5060 GPU, 7.7 min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dataset, CC BY 4.0: 100 train / 100 valid / 100 test images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Checked: no train-test image overlap (name + pixel hash, incl. flips)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604504" y="3063240"/>
            <a:ext cx="3172968" cy="2560320"/>
          </a:xfrm>
          <a:prstGeom prst="roundRect">
            <a:avLst>
              <a:gd name="adj" fmla="val 214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41664" y="3154680"/>
            <a:ext cx="2898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~3 in 10 potholes; ~2 in 3 detections are real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set of mostly non-Indian road photos, taken from vehicle / hand height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3: Indian, chest-height data from our own camera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training pipeline (data checks → fine-tune → held-out test → ONNX for the Pi) works end to end; files in design/pi/training.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Coverage &amp; Drop-off Analysis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+ 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ensor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9721"/>
            <a:ext cx="11365992" cy="3409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Drop-off: target met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at −35° from 1.3 m sees a 15 cm step 1.86 m ahead (≈ 1.5 s at walking speed)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5196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walking sway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±3° chest sway → 25 false alarms in 20 s; IMU-corrected baseline → 0 (now in the Pi code)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2440" y="448056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457200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waist-height gap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 ahead, 0.3-1.0 m height is not covered → tilt forward sensors −10° in CAD v2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 pod height, 15° ultrasonic half-beam (datasheet class), ±3° sway at 1.8 Hz, 1 cm LiDAR noise - design/analysis/sensor_geometry.py.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doing CAD / KiCad with SVNIT ID badge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324612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with faculty guide / IIT Indore mentor</a:t>
            </a:r>
            <a:endParaRPr lang="en-US" sz="1300" dirty="0"/>
          </a:p>
        </p:txBody>
      </p:sp>
      <p:pic>
        <p:nvPicPr>
          <p:cNvPr id="7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9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11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A9 650 MHz vs 4 × A76 2.4 GHz for AI;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₹33,945 at 9 Oct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+ camera alone exceed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our own analysis: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→ 1.5 mm root fillets; CAD clash → shell 44 → 48 mm; sway simulation → IMU floor baseline; power analysis → event-triggered AI; tests → OCR word-order bug fixed.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sway / tilt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drop-off alarms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IMU-corrected floor baseline: 25 → 0 false alarms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India-class dataset (auto-rickshaw, cow, pothole, drain)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(institute ethics committee)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extension: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soft core (PicoRV32) on the Tang Nano + a tiny spiking neural network to classify sensor patterns (stairs / wall / person) at very low power - once real sensor data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Tang Nano 3D model added, the module clashed with the lid by 182 mm³ - 171 mm³ of it the HDMI connector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over the grant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9 Oct quotes the BOM is ₹33,945 - ₹3,945 over the ₹30k grant; Pi 5, Tang Nano and TF-Luna were out of stock.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vs always-on AI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AI always running, the calculated runtime is 3.1 h - below the 4 h target (cited Pi 5 power).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false alarms + coverage gap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25 false drop-off alarms in 20 s with a fixed floor baseline; waist-height gap under 1 m ahead.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must be ≤ ₹10,555 to fit; re-quote at order time, else team funds cover the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code: event-triggered AI → 4.3 h (calc., ~50 % AI duty assumed); measure on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Sway /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IMU floor baseline (0 false alarms, sim.); gap: forward sensors −10° in CAD 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 /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+ independent alert path (simulated); cooler + vents, thermal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853" y="3703320"/>
            <a:ext cx="1979965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 (tech. report UCSC-SOE-10-24; 307 respondents).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Assistech: ₹3,500 (Snapdeal launch, 2016; entrepreneur.com, 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US$4,250 (nelowvision.com); Envision Glasses US$1,899 / 3,499 (shop.letsenvision.com) - checked 9 Oct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power (≈ 3.0 W idle, ≈ 8.8 W full load): raspberry.tips power comparison, 2026. Part prices: kspelectronics.in, electronifyindia.com, probots.co.in, thingbits.in (9 Oct 2026).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(cocodataset.org); YOLOv5n, YOLO11n (Ultralytics); RapidOCR / PP-OCR; Piper TTS (rhasspy). Pothole data: Roboflow Universe "Potholes Detection" (project-ssayl), CC BY 4.0, via Hugging Face Ryukijano/Pothole-detection-Yolov8.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nextpnr + Apicula, Vivado 2026.1,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 (one exception below):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(testbench); AI / analysis charts - design/pi, design/analysis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Exception: the road photos on the pothole slide are from the public dataset above (CC BY 4.0); only the boxes are our model's output.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2026-10-09T11:22:06Z</dcterms:created>
  <dcterms:modified xsi:type="dcterms:W3CDTF">2026-10-09T11:22:06Z</dcterms:modified>
</cp:coreProperties>
</file>