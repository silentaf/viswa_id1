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355080"/>
            <a:ext cx="1298448" cy="402336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6336792"/>
            <a:ext cx="896112" cy="4023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2103120" cy="649224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371600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AWARDS 2026-27  ·  STAGE 2 DESIGN SPECIFICATION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37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Application ID: VK26-IITI-HT-0261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VisionAid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154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chest-worn, fully offline navigation aid that adds head-level-obstacle and drop-off warnings to the white cane - with an FPGA "safety island" whose alerts keep working even if the AI computer fails.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VK26-IITI-HT-0261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Solutions &amp; Inclusive Living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SVNIT: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 Kumawat (lead), Sneha Ahir, Aman Gupta - SVNIT Surat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institute: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Indore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files: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</a:t>
            </a:r>
            <a:endParaRPr lang="en-US" sz="1400" dirty="0"/>
          </a:p>
        </p:txBody>
      </p:sp>
      <p:pic>
        <p:nvPicPr>
          <p:cNvPr id="9" name="Image 2" descr="/home/aman/Desktop/viswakarma/biothon/visiion aid/submission/ppt/assets/pod_assembled_i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125980"/>
            <a:ext cx="4206240" cy="3154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589520" y="6126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v1 of the chest pod (FreeCAD) - design stage, not yet fabricated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 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blind worldwide (2020)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/ severe vision impairment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1.99 %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blindness among Indians aged 50+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NBVIS India 2015-19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052560" y="1051560"/>
            <a:ext cx="2724912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1124712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₹3,500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16733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closest Indian aid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3852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IIT Delhi / Assistech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377440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68880"/>
            <a:ext cx="5303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cane only senses what it touches at ground level, about one cane-length ahead.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obstacles (branches, poles, signs, truck bodies) and drop-offs (open drains, kerbs, steps) are what it misses. In a survey of 307 blind / legally blind travellers, 13 % hit their head at least once a month and 7 % fell at least once a month; 23 % of head-level accidents needed medical care, and cane vs guide-dog users did not differ (cited: Manduchi &amp; Kurniawan, 2011; US-based sample).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label or sign still needs a sighted helper or a hand-held phone.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beneficiary: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and low-vision cane users who walk independently on Indian streets and campuses.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377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search disclosure - what exists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761488"/>
          <a:ext cx="5605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79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(cited)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SmartCane (IIT Delhi)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₹3,500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Above-knee only; no drop-offs, no naming / 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OrCam MyEye 3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US$4,250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aid, not mobility;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Envision Glasses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US$1,899-3,499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/ description;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apps (Lookout, MANI)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 hand + pointed phone; no continuous warning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+ drop-off warnings for the cane user, with an alert path bounded in hardware (FPGA) and an on-device AI layer that names hazards and reads text - fully offline.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Before (cane only)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cane sweeps the ground ~1 m ahead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touched by the cane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B3261E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/ face injury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drain or step down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only when the cane drops 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read a label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stranger / holds a phone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pain points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comes from contact: the cane reports an obstacle only when it touches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cane: overhanging objects are invisible to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Drop-offs are found by falling-in of the cane tip - the user is already at the edge.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identifying objects depend on another person.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inefficiency (calculated, not measured)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ground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 cane reach ÷ 1.2 m/s walking speed ≈ 0.8 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head-level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 - the cane never touches them.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a drop-off: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far as the cane tip; no advance cue.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label / sign needs a helper; no independent reading.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m/s typical adult walking speed and ~1 m cane reach are design assumptions; Stage 3 user interviews and trials will replace them with measured values.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After (cane + VisionAid)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 + pod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scans 0.3-3 m, waist to 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in 3 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classifies distance zone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/ R vibration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rate = distance; side = direction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drops ahead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drop-off alarm + buzzer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READ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reads text aloud (offline)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user benefits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Warned before contact - including head-level obstacles the cane cannot reach.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motors on the chest straps say which side the hazard is on.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warning ahead of the edge, not at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stay free; speech through a bone-conduction headset keeps the ears open to traffic.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never depend on the AI computer (FPGA safety island).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efficiency (labels say where each number comes from)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time, 3 m range at 1.2 m/s: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 s (calculated, target range)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edge → motor 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214 ns over 4 events (simulated; target ≤ 1 ms)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per direction: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ms (by design, 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warned: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 m before the step (calculated from CAD angles); alert 22 ms after (simulated)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speech audio ready: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ms (measured on laptop, not Pi 5; excludes capture + playback)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built yet - simulated = our Verilog testbench; measured = our Pi software run on the dev laptop; Pi 5 and field numbers come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- Block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RCWL-1601 ultrasonic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(left, right, head-level)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0574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574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LiDAR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(floor, −35°)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718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buttons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/ MODE / QUIET)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1143000"/>
            <a:ext cx="3108960" cy="2560320"/>
          </a:xfrm>
          <a:prstGeom prst="roundRect">
            <a:avLst>
              <a:gd name="adj" fmla="val 2143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(27 MHz)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timing · distance zones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drop-off · PWM patterns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· fault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07208" y="1508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07208" y="24231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07208" y="33375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635240" y="1325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1325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coin motors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(chest straps, wired)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84848" y="170992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635240" y="251460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("check device", drop-off)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89864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657600" y="43434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36456F"/>
          </a:solidFill>
          <a:ln w="9525">
            <a:solidFill>
              <a:srgbClr val="3645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03320" y="43434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- Raspberry Pi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YOLO-nano object names · OCR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 (EN / HI)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Module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(autofocus)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0720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63524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bone-conduction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 (speech)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8484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9834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54406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321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115200 status / 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heartbeat + fault line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41280" y="1143000"/>
            <a:ext cx="1536192" cy="4389120"/>
          </a:xfrm>
          <a:prstGeom prst="roundRect">
            <a:avLst>
              <a:gd name="adj" fmla="val 3571"/>
            </a:avLst>
          </a:prstGeom>
          <a:solidFill>
            <a:srgbClr val="E8ECF4"/>
          </a:solidFill>
          <a:ln w="9525">
            <a:solidFill>
              <a:srgbClr val="E8EC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87000" y="1143000"/>
            <a:ext cx="14447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BIS-certified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power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500 mA PTC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carrier 5 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AMS1117 3.3 V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FPGA drives the motors itself; the Pi can only add information and tune thresholds within clamped limits (it cannot switch alerts off). If the Pi's heartbeat stops, alerts continue and an "AI offline" chirp sounds.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Specifications &amp; Hardware Selection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3291840"/>
                <a:gridCol w="3959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hardware /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 range (waist-head)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0.3-3.0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class; housings +25° / ±15° (CAD)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RCWL-1601, 3.3 V, sequenced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latency (echo → motor)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max 214 ns (4 events)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 Nano 9K GW1NR-9 FPGA,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period / 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ms by design (simulated)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33 ms slots (no crosstalk)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±5 cm to 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Timer: 1500 mm in → 1500 mm out, exact (sensor error: Stage 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µs echo timer (0.17 mm/count)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Drop-off warning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1.0 m ahead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Calculated 1.86 m (−35° from 1.3 m); alert 22 ms (sim.)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 + IMU tilt 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name / OCR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s / ≤ 3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Laptop: detect 28 ms, e2e 211 ms, OCR 1.2-1.4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Camera Module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fails → alert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unaffected, cue ≤ 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AI-offline at 666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heartbeat watchdog (GPIO17)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Calc. (cited Pi 5 W): 4.3 h if AI busy ~50 % (assumed); 3.1 h if always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bank, USB-C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mass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250 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Estimate: likely over (plastic ≈156 g solid)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2.5 mm wall; lightening in 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44068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44068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rationale: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(4 × Cortex-A76, 2.4 GHz) instead of the Stage 1 PYNQ-Z2 (2 × Cortex-A9, 650 MHz) for detection + OCR; FPGA kept for the parallel, cycle-exact, fault-isolated alert path; wired haptics so no radio sits in the safety path.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Design &amp; Mechanical Specs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· PARAMETRIC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d_exploded_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34886"/>
            <a:ext cx="4754880" cy="30567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120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Exploded: shell | Pi 5 | 20 mm standoffs | carrier PCB + Tang Nano | lid + housings | sensors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back_mou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228725"/>
            <a:ext cx="2331720" cy="174879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32004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Back: GoPro-style mount, vents</a:t>
            </a:r>
            <a:endParaRPr lang="en-US" sz="1000" dirty="0"/>
          </a:p>
        </p:txBody>
      </p:sp>
      <p:pic>
        <p:nvPicPr>
          <p:cNvPr id="8" name="Image 2" descr="/home/aman/Desktop/viswakarma/biothon/visiion aid/submission/ppt/assets/pod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2580" y="3520440"/>
            <a:ext cx="2133600" cy="16002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03520" y="51206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sensor housings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7818120" y="1005840"/>
            <a:ext cx="3959352" cy="4370832"/>
          </a:xfrm>
          <a:prstGeom prst="roundRect">
            <a:avLst>
              <a:gd name="adj" fmla="val 1386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955280" y="1097280"/>
            <a:ext cx="368503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specification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× 84 × 48 mm shell + front housings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19-parameter spreadsheet drives the model; shell sketch fully constrained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Housings: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sensor +25°, side sensors ±15° yaw, LiDAR −35°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GoPro-style 2-finger (3 mm, M5) on a chest harness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+ top/bottom vents for the Pi 5 active cooler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check: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mm³ vs Pi, carrier, Tang Nano, sensors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411480" y="55778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5778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iteration: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Tang Nano 3D model showed a 182 mm³ clash with the lid (171 mm³ of it the HDMI connector) - shell depth raised 44 → 48 mm in one parameter; clash now 0 mm³.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Selection &amp; FEA (chest mount)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fea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80166"/>
            <a:ext cx="6949440" cy="2565947"/>
          </a:xfrm>
          <a:prstGeom prst="rect">
            <a:avLst/>
          </a:prstGeom>
        </p:spPr>
      </p:pic>
      <p:pic>
        <p:nvPicPr>
          <p:cNvPr id="5" name="Image 1" descr="/home/aman/Desktop/viswakarma/biothon/visiion aid/submission/ppt/assets/fea_contour_v1_sharp_side20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97" y="3611880"/>
            <a:ext cx="2533247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sharp roots - 20 N side</a:t>
            </a:r>
            <a:endParaRPr lang="en-US" sz="1000" dirty="0"/>
          </a:p>
        </p:txBody>
      </p:sp>
      <p:pic>
        <p:nvPicPr>
          <p:cNvPr id="7" name="Image 2" descr="/home/aman/Desktop/viswakarma/biothon/visiion aid/submission/ppt/assets/fea_contour_v2_fillet1p5_side20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642" y="3611880"/>
            <a:ext cx="2633276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97764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1.5 mm fillets - 20 N side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960120"/>
          <a:ext cx="4233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 / softening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softens in a car / summer sun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- tough, easy to 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°C, UV-stable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option outdoors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543800" y="2514600"/>
            <a:ext cx="4233672" cy="3154680"/>
          </a:xfrm>
          <a:prstGeom prst="roundRect">
            <a:avLst>
              <a:gd name="adj" fmla="val 173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680960" y="2606040"/>
            <a:ext cx="39593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FEM + Gmsh + CalculiX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N down (0.3 kg × ~17 g bump); B: 20 N sideways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2.0 GPa, ν 0.38, yield ≈ 50 MPa; required FoS ≥ 3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worst FoS 8.7 (every run ≥ 8.6); max deflection 0.064 mm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stress kept rising with mesh refinement → sharp-corner singularity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mm root fillets → converged (≤ 3 % spread, 3 meshes); now in the CAD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isotropic model (printed parts are anisotropic); finest v2 mesh failed to solve, so v2 uses 3 mesh levels; a printed-mount pull test is planned for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- Schematic &amp; Carrier PCB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9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936" y="960120"/>
            <a:ext cx="6723648" cy="4754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321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Carrier-board schematic (A3): power, Pi header, FPGA, sensors, haptics, buttons, test points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cb_3d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477" y="960120"/>
            <a:ext cx="3451718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0" y="3566160"/>
            <a:ext cx="446227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52360" y="3657600"/>
            <a:ext cx="4187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distribution &amp; checks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bank → Pi 5 → header 5 V → 500 mA PTC → +5 V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AMS1117 → +3V3 (sensors, motors, IMU)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SS14 → Tang Nano (blocks USB back-feed)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0 · DRC 0 · unrouted 0 · parity 0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× 56 mm, 2 layers, Pi 5 outline + mounting holes, 20 mm standoffs + 40-way ribbon; 3.3 V-bank FPGA pins only; MOSFET motor drivers with flyback diodes; Gerbers generated.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&amp; Sourcing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411480"/>
                <a:gridCol w="224028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· origin ·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(basis)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computer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active cooler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KSP Electronics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Sipeed Tang Nano 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2,999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Camera Module 3 + cable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Thingbits · imported · in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3,358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 · out of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+ IMU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RCWL-1601 × 4, MPU-6050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· local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 motors × 2, BT bone-conduction headset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fab ×5 + SMD parts + connectors + ribbon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LionCircuits (domestic) · 5-7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standoffs, inserts, harness, buttons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A2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₹30,000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83880" y="1005840"/>
            <a:ext cx="3593592" cy="2331720"/>
          </a:xfrm>
          <a:prstGeom prst="roundRect">
            <a:avLst>
              <a:gd name="adj" fmla="val 2353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097280"/>
            <a:ext cx="33192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- honest status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except the Pi 5 board: ₹19,445.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4 GB on 9 Oct: ₹12,600-14,500, out of stock → ₹2,045-3,945 over the grant.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must be ≤ ₹10,555 to fit; else re-quote or cover the gap from team funds.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183880" y="3474720"/>
            <a:ext cx="359359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3566160"/>
            <a:ext cx="3319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life (calculated, cited Pi 5 W)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5: ≈ 3.0 W idle, ≈ 8.8 W full load (published); rest 1.34 W (est.)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always on: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 W → 3.1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Event-triggered, ~50 % (assumed):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W → 4.3 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W → 7.2 h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ordered in Stage 2. Quotes are live listings checked 9 Oct 2026; Pi 5, Tang Nano 9K and TF-Luna were out of stock that day - re-quote and order early. Itemised BOM: design/bom/VisionAid_BOM_Power.xlsx.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 - Verification &amp; Implementation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+ REAL P&amp;R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waveform_latency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195"/>
            <a:ext cx="6858000" cy="31432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25780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Plotted event: 136 ns from echo edge to motor ON (motor rises on the same clock as the zone change). The testbench monitor samples 2 clocks later, so its 214 ns is a conservative upper bound.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960120"/>
          <a:ext cx="432511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084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Testbench check (Icarus Verilog)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1500 / 2500 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 / 2500 mm (exact)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edge → motor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 ns wave; ≤ 214 ns bound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Frames to Pi (Verilog / Py)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/ 192 decoded, 0 bad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drop-off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22.3 ms after change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heartbeat lost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AI-offline 666 ms; alerts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flag + FAULT_N 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TESTS PASSED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3429000"/>
          <a:ext cx="4325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91640"/>
                <a:gridCol w="167335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MHz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GW1NR-9 nextpnr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Zynq-7020 Vivado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1,561 / 8,640 (18 %)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 / 53,200 (1.24 %)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Flip-flops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 / 6,480 (8 %)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 / 106,400 (0.54 %)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 / DSP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 ALU (14 %)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DSP (0.45 %)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276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(OOC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Fmax 79.4 MHz, met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WNS +29.1 ns, met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452360" y="548640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results (GW1NR-9 bitstream built; Vivado out-of-context). No hardware yet.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Cross-verified: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Verilog FPGA accepted a command built by our Python Pi code, and the Python decoder read every byte the FPGA sent - both sides of the link agree.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(Raspberry Pi software) - Proof of Concept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· LAPTOP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ai_path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72179"/>
            <a:ext cx="11365992" cy="326772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343400"/>
            <a:ext cx="5577840" cy="1371600"/>
          </a:xfrm>
          <a:prstGeom prst="roundRect">
            <a:avLst>
              <a:gd name="adj" fmla="val 4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43484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(same code for the Pi 5)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YOLOv5n (ONNX) → hazard + side; RapidOCR; Piper TTS English + Hindi; alert manager; IMU floor baseline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Event-triggered: AI runs only when the FPGA sees an obstacle &lt; 3 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72200" y="4343400"/>
            <a:ext cx="5605272" cy="1371600"/>
          </a:xfrm>
          <a:prstGeom prst="roundRect">
            <a:avLst>
              <a:gd name="adj" fmla="val 400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443484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Full-loop replay (FPGA sim bytes → speech)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"Step down ahead. Stop."  ·  "Check device: head sensor."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"person, left, 1.6 metres" - WAV files in design/pi/results/replay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measured on an i7 laptop (4 threads), NOT a Pi 5. Accuracy is proof-of-concept, not production-grade: mAP50 0.41 on stock COCO weights (200 images vs human labels). Stage 3: fine-tune on our own Indian, chest-height data - same plan as the pothole model.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 - Pothole Detector (fine-tuned)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· HELD-OUT TEST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thole_test_p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960120"/>
            <a:ext cx="4553712" cy="45537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held-out INDIAN road test photos (RDD2020) - boxes = its predictions, number = confidence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960120"/>
          <a:ext cx="6519672" cy="914400"/>
        </p:xfrm>
        <a:graphic>
          <a:graphicData uri="http://schemas.openxmlformats.org/drawingml/2006/table">
            <a:tbl>
              <a:tblPr/>
              <a:tblGrid>
                <a:gridCol w="4416552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 test split (330 images, 736 potholes)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 / mAP50-95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 / 0.19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Speed, laptop CPU, 4 threads (not Pi 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ms / 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fine-tuning (COCO model)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pothole class at 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257800" y="3063240"/>
            <a:ext cx="3172968" cy="2560320"/>
          </a:xfrm>
          <a:prstGeom prst="roundRect">
            <a:avLst>
              <a:gd name="adj" fmla="val 214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94960" y="3154680"/>
            <a:ext cx="2898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was trained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YOLO11n, COCO-pretrained start, 100 epochs, RTX 5060 GPU, 8.8 min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1,239 train images: Ryukijano public set (153 unique photos, CC BY 4.0) + 1,070 REAL INDIAN road photos (RDD2020, Arya et al. 2020, peer-reviewed)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Checked: zero unique-photo overlap between train, valid, test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604504" y="3063240"/>
            <a:ext cx="3172968" cy="2560320"/>
          </a:xfrm>
          <a:prstGeom prst="roundRect">
            <a:avLst>
              <a:gd name="adj" fmla="val 214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41664" y="3154680"/>
            <a:ext cx="2898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~4 in 10 potholes; a bit over half of detections are real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RDD2020 photos are dashcam/vehicle height, not yet our chest-mounted angle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3: capture our own chest-height photos with the actual pod camera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&gt; precision on purpose - missing a pothole risks a fall, a false alarm costs one caution beep. Test set now includes 230 real Indian road photos (RDD2020), not just the original non-Indian set. Files: design/pi/training.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Coverage &amp; Drop-off Analysis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+ 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ensor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9721"/>
            <a:ext cx="11365992" cy="34097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Drop-off: target met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at −35° from 1.3 m sees a 15 cm step 1.86 m ahead (≈ 1.5 s at walking speed)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251960" y="4480560"/>
            <a:ext cx="3657600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89120" y="45720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walking sway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±3° chest sway → 25 false alarms in 20 s; IMU-corrected baseline → 0 (now in the Pi code)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2440" y="4480560"/>
            <a:ext cx="3685032" cy="1234440"/>
          </a:xfrm>
          <a:prstGeom prst="roundRect">
            <a:avLst>
              <a:gd name="adj" fmla="val 444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0" y="4572000"/>
            <a:ext cx="3410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Found: waist-height gap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 m ahead, 0.3-1.0 m height is not covered → tilt forward sensors −10° in CAD v2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1480" y="5833872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5833872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 pod height, 15° ultrasonic half-beam (datasheet class), ±3° sway at 1.8 Hz, 1 cm LiDAR noise - design/analysis/sensor_geometry.py.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Maker Journey -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doing CAD / KiCad with SVNIT ID badge visible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324612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review with faculty guide / IIT Indore mentor</a:t>
            </a:r>
            <a:endParaRPr lang="en-US" sz="1300" dirty="0"/>
          </a:p>
        </p:txBody>
      </p:sp>
      <p:pic>
        <p:nvPicPr>
          <p:cNvPr id="7" name="Image 0" descr="/home/aman/Desktop/viswakarma/biothon/visiion aid/submission/ppt/assets/freecad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005840"/>
            <a:ext cx="4114800" cy="274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375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feature tree - FingerRootFillet R 1.5 mm</a:t>
            </a:r>
            <a:endParaRPr lang="en-US" sz="1000" dirty="0"/>
          </a:p>
        </p:txBody>
      </p:sp>
      <p:pic>
        <p:nvPicPr>
          <p:cNvPr id="9" name="Image 1" descr="/home/aman/Desktop/viswakarma/biothon/visiion aid/submission/ppt/assets/drc_erc_s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00344"/>
            <a:ext cx="4142232" cy="10111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2587752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DRC: 0 violations, 0 unconnected  ·  ERC: 0 errors, 0 warnings</a:t>
            </a:r>
            <a:endParaRPr lang="en-US" sz="1000" dirty="0"/>
          </a:p>
        </p:txBody>
      </p:sp>
      <p:pic>
        <p:nvPicPr>
          <p:cNvPr id="11" name="Image 2" descr="/home/aman/Desktop/viswakarma/biothon/visiion aid/submission/ppt/assets/gtkwave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516" y="4069080"/>
            <a:ext cx="83820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37560" y="4983480"/>
            <a:ext cx="8439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GTKWave: echo falls → distance 749 mm → zone 3 → left motor ON (simulation)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635240" y="2880360"/>
            <a:ext cx="4142232" cy="1097280"/>
          </a:xfrm>
          <a:prstGeom prst="roundRect">
            <a:avLst>
              <a:gd name="adj" fmla="val 5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0" y="297180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repository (native files)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github.com/silentaf/viswa_id1 - .FCStd, .step, .kicad_sch/.kicad_pcb, .v, .xlsx, timestamped commits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2: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PYNQ-Z2 → Pi 5 + Tang Nano 9K; per-stage latency specs; LiDAR for drop-offs; FEA-driven fillet; CAD clash fix 44 → 48 mm (details on the next slide).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Stage 2 Engineering Iterations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44165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said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PYNQ-Z2 does 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(AI) + Tang Nano 9K FPGA (safety island)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A9 650 MHz vs 4 × A76 2.4 GHz for AI; fault isolation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"&lt;10 ms" reflex, "&lt;100 ms" on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Per-stage specs: echo → motor 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from 3 m alone takes ≈ 17.5 ms - "&lt;10 ms end-to-end" is impossible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ultrasonic for drop-offs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TF-Luna LiDAR (−35°)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beam gives a clean floor-distance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Wristband with 2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/ R motors on the chest straps, wired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motors on one wrist are hard to tell apart; no radio in safety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bone-conduction driver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bone-conduction headset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has no analog audio; speech is the information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 ₹5,500 BOM"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BOM ₹33,945 at 9 Oct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+ camera alone exceed ₹5,500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"250M+", "₹4-6 lakh" competitors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2020 data; SmartCane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and honest public-search disclosure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pilot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3, after ethics approval + O&amp;M instructor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scope for a design 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our own analysis: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→ 1.5 mm root fillets; CAD clash → shell 44 → 48 mm; sway simulation → IMU floor baseline; power analysis → event-triggered AI; tests → OCR word-order bug fixed.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Hazard Mitigation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3840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fail-safe / 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stuck /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obstacle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No-response detector (3 slots) → buzzer "check device" + FAULT_N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crash / hang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object names / OCR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→ "AI offline" chirp; alert path unaffected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headset drops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Haptics carry all safety alerts; distinct cue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 sway / tilt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drop-off alarms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IMU-corrected floor baseline: 25 → 0 false alarms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overheats in 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Throttling, slow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cooler + vents in CAD; thermal test in Stage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short circuit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V rail damage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mA PTC fuse on the header supply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BIS-certified power bank only - no loose Li-ion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ignores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hysteresis + quiet mode (silences "info"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75320" y="1005840"/>
            <a:ext cx="3502152" cy="4526280"/>
          </a:xfrm>
          <a:prstGeom prst="roundRect">
            <a:avLst>
              <a:gd name="adj" fmla="val 1567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097280"/>
            <a:ext cx="322783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considered in the design (not certified)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62368-1 / IS 13252 -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equipment safety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62133-2 / IS 16046 -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Li-ion (via BIS power bank)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60529 -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IP54 target for the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10993-5/-10 -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skin-contact materials (harness)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9999 -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assistive-product classification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WPC / ETA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pre-certified radio modules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11480" y="571500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71500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cane stays the primary aid - VisionAid only adds warnings, and its alert path is independent of the AI computer.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- 4-Month Fabrication Plan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parts + carrier PCB (LionCircuits)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+ sensor bring-up on the bench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Range, latency (logic analyser at TP4/TP5), power tests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12724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assembly; Pi software integration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+ fit enclosure; thermal test in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dataset: rickshaw, cow, drain (pothole done early, RDD2020)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760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(institute ethics committee)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trials: sighted blindfolded first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blind volunteers with an O&amp;M instructor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8796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828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top issues from trials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all Stage 2 tests on hardware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Field-test-ready unit for Stage 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11480" y="4572000"/>
            <a:ext cx="11365992" cy="1051560"/>
          </a:xfrm>
          <a:prstGeom prst="roundRect">
            <a:avLst>
              <a:gd name="adj" fmla="val 5217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commitment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wearable, battery-powered VisionAid prototype ready for supervised functional field testing, with every Stage 2 target (range, alert latency, drop-off distance, runtime, mass) measured on hardware.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extension: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soft core (PicoRV32) on the Tang Nano + a tiny spiking neural network to classify sensor patterns (stairs / wall / person) at very low power - once real sensor data exists.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 &amp; Risks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crosstalk vs update rate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sensors firing together hear each other. Sequencing fixes it but limits each direction to one ping per 99 ms (simulated).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5196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clash found in CAD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Tang Nano 3D model added, the module clashed with the lid by 182 mm³ - 171 mm³ of it the HDMI connector (CAD interference check).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9244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over target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plastic alone ≈ 156 g if solid (CAD volume); with Pi 5 and sensors the pod likely exceeds 250 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over the grant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9 Oct quotes the BOM is ₹33,945 - ₹3,945 over the ₹30k grant; Pi 5, Tang Nano and TF-Luna were out of stock.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vs always-on AI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AI always running, the calculated runtime is 3.1 h - below the 4 h target (cited Pi 5 power).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Sway false alarms + coverage gap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25 false drop-off alarms in 20 s with a fixed floor baseline; waist-height gap under 1 m ahead.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each risk: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files - CAD interference report, FEA study, BOM workbook, FPGA simulation - not assumptions copied from elsewhere.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Solutions &amp; Risk Mitigation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backup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Crosstalk vs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sequencing; Stage 3 option: coded pings to fire in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 clash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shell depth 44 → 48 mm (one parameter); interference now 0 mm³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v2: 2.0 mm walls + 20 % infill, merge housings, Pi Compute Module later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must be ≤ ₹10,555 to fit; re-quote at order time, else team funds cover the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code: event-triggered AI → 4.3 h (calc., ~50 % AI duty assumed); measure on 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Sway /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IMU floor baseline (0 false alarms, sim.); gap: forward sensors −10° in CAD v2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corners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1.5 mm root fillets (FEA v2 converged, FoS ≥ 8.7)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failure / heat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+ independent alert path (simulated); cooler + vents, thermal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aman/Desktop/viswakarma/biothon/visiion aid/submission/ppt/assets/pcb_3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115" y="1051560"/>
            <a:ext cx="3263442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458200" y="342900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PCB with the Tang Nano 9K model (KiCad)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xray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7196" y="3703320"/>
            <a:ext cx="2621280" cy="196596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"Done" items are already in the design files; the rest are planned and will be verified on hardware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Sources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6400800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126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Bourne R. et al., Trends in prevalence of blindness and vision impairment, Lancet Global Health 9(2):e130-e143, 2021.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Blindness &amp; Visual Impairment Survey India 2015-19, AIIMS / MoHFW (indiavisionatlasnpcb.aiims.edu).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Manduchi R., Kurniawan S., Mobility-related accidents experienced by people with visual impairment, Insight 4(2), 2011 (tech. report UCSC-SOE-10-24; 307 respondents).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IIT Delhi / Assistech: ₹3,500 (Snapdeal launch, 2016; entrepreneur.com, electronicsforu.com).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 3 Pro US$4,250 (nelowvision.com); Envision Glasses US$1,899 / 3,499 (shop.letsenvision.com) - checked 9 Oct 2026.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wiki and pin map; Benewake TF-Luna datasheet; Raspberry Pi 5 / Camera Module 3 product briefs.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 power (≈ 3.0 W idle, ≈ 8.8 W full load): raspberry.tips power comparison, 2026. Part prices: kspelectronics.in, electronifyindia.com, probots.co.in, thingbits.in (9 Oct 2026).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 (cocodataset.org); YOLOv5n, YOLO11n (Ultralytics); RapidOCR / PP-OCR; Piper TTS (rhasspy). Pothole data: Roboflow Universe "Potholes Detection" (project-ssayl), CC BY 4.0, via Hugging Face Ryukijano/Pothole-detection-Yolov8.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 D. et al., Global Road Damage Detection: State-of-the-art Solutions, IEEE Big Data, 2020 (RDD2020 India subset, CC BY-SA 4.0: 1,530 real Indian road photos with pothole boxes; huggingface.co/datasets/ShixuanAn/RDD2020).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KiCad 9, FreeCAD + CalculiX + Gmsh, Icarus Verilog, GTKWave, Yosys, nextpnr + Apicula, Vivado 2026.1, FreeRouting.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95160" y="1005840"/>
            <a:ext cx="4782312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097280"/>
            <a:ext cx="450799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sources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diagrams, renders, plots and screenshots in this deck are our own, generated from the project files in github.com/silentaf/viswa_id1 (one exception below):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renders - design/cad (FreeCAD model)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/ schematic - design/electronics (KiCad)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plots - design/cad/outputs/fea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Waveforms - design/fpga (testbench); AI / analysis charts - design/pi, design/analysis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docs/screenshots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Exception: the road photos on the pothole slide are RDD2020 India photos (CC BY-SA 4.0, see references); only the boxes are our model's output.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Logos: Vishwakarma Awards / Maker Bhavan Foundation (official template).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Team SVNIT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VisionAid - Stage 2 Design Specification</dc:title>
  <dc:subject>PptxGenJS Presentation</dc:subject>
  <dc:creator>Team SVNIT</dc:creator>
  <cp:lastModifiedBy>Team SVNIT</cp:lastModifiedBy>
  <cp:revision>1</cp:revision>
  <dcterms:created xsi:type="dcterms:W3CDTF">2026-10-11T13:25:25Z</dcterms:created>
  <dcterms:modified xsi:type="dcterms:W3CDTF">2026-10-11T13:25:25Z</dcterms:modified>
</cp:coreProperties>
</file>